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2324A"/>
                </a:solidFill>
                <a:latin typeface="Microsoft YaHei"/>
              </a:defRPr>
            </a:pPr>
            <a:r>
              <a:t>华东智造集团 2026 年半年度授信风险监测报告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报告日期：2026-06-30    资料库：企业授信与合规审查    文档编号：FR-CR-2026-H1-017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486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3"/>
                </a:solidFill>
                <a:latin typeface="Microsoft YaHei"/>
              </a:defRPr>
            </a:pPr>
            <a:r>
              <a:t>2026H1 营业收入 15.4 亿元，同比增长 20.3%，但毛利率下降至 29.6%。</a:t>
            </a:r>
          </a:p>
          <a:p>
            <a:pPr>
              <a:defRPr sz="1400">
                <a:solidFill>
                  <a:srgbClr val="1F2933"/>
                </a:solidFill>
                <a:latin typeface="Microsoft YaHei"/>
              </a:defRPr>
            </a:pPr>
            <a:r>
              <a:t>经营现金流降至 0.8 亿元，应收账款周转天数延长至 96 天。</a:t>
            </a:r>
          </a:p>
          <a:p>
            <a:pPr>
              <a:defRPr sz="1400">
                <a:solidFill>
                  <a:srgbClr val="1F2933"/>
                </a:solidFill>
                <a:latin typeface="Microsoft YaHei"/>
              </a:defRPr>
            </a:pPr>
            <a:r>
              <a:t>建议维持授信额度 3.5 亿元，同时设置提款节奏和贷后月度监测条件。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365760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402336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2025H1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2026H1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同比变化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风险提示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营业收入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12.8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15.4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+20.3%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订单增长较快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毛利率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29.6%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-1.6pct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原材料价格上行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经营现金流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1.9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0.8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-57.9%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回款周期延长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应收账款周转天数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74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96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+22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赊销压力上升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2324A"/>
                </a:solidFill>
                <a:latin typeface="Microsoft YaHei"/>
              </a:defRPr>
            </a:pPr>
            <a:r>
              <a:t>授信风险监测矩阵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客户集中度、逾期应收款和短债覆盖倍数是本期核心关注项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4864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风险项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当前状态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阈值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评级影响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处置建议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资产负债率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不高于 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稳定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维持季度跟踪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前五大客户收入占比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48.5%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不高于 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关注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补充客户分散计划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逾期应收款占比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不高于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关注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要求回款专项台账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短债覆盖倍数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不低于 1.20x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轻微承压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保留提款节奏限制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572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3"/>
                </a:solidFill>
                <a:latin typeface="Microsoft YaHei"/>
              </a:defRPr>
            </a:pPr>
            <a:r>
              <a:t>处置重点：补充客户分散计划、建立回款专项台账、保留提款节奏限制。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2324A"/>
                </a:solidFill>
                <a:latin typeface="Microsoft YaHei"/>
              </a:defRPr>
            </a:pPr>
            <a:r>
              <a:t>审查结论与后续动作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570"/>
                </a:solidFill>
                <a:latin typeface="Microsoft YaHei"/>
              </a:defRPr>
            </a:pPr>
            <a:r>
              <a:t>以现金流改善和逾期应收款压降作为新增提款前置条件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715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情景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回款假设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经营现金流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短债覆盖倍数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授信建议</a:t>
                      </a:r>
                    </a:p>
                  </a:txBody>
                  <a:tcPr>
                    <a:solidFill>
                      <a:srgbClr val="E8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主要客户按合同回款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1.6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1.24x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维持额度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轻度压力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回款平均延迟 30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0.9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1.11x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限制新增提款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重度压力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回款平均延迟 45 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0.3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icrosoft YaHei"/>
                        </a:defRPr>
                      </a:pPr>
                      <a:r>
                        <a:t>0.96x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Microsoft YaHei"/>
                        </a:defRPr>
                      </a:pPr>
                      <a:r>
                        <a:t>暂停新增敞口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3977639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3"/>
                </a:solidFill>
                <a:latin typeface="Microsoft YaHei"/>
              </a:defRPr>
            </a:pPr>
            <a:r>
              <a:t>将前五大客户集中度纳入贷后月度监测。</a:t>
            </a:r>
          </a:p>
          <a:p>
            <a:pPr>
              <a:defRPr sz="1400">
                <a:solidFill>
                  <a:srgbClr val="1F2933"/>
                </a:solidFill>
                <a:latin typeface="Microsoft YaHei"/>
              </a:defRPr>
            </a:pPr>
            <a:r>
              <a:t>要求企业提供核心客户回款计划和存货库龄明细。</a:t>
            </a:r>
          </a:p>
          <a:p>
            <a:pPr>
              <a:defRPr sz="1400">
                <a:solidFill>
                  <a:srgbClr val="1F2933"/>
                </a:solidFill>
                <a:latin typeface="Microsoft YaHei"/>
              </a:defRPr>
            </a:pPr>
            <a:r>
              <a:t>若短债覆盖倍数连续两个月低于 1.1x，应暂停新增敞口。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